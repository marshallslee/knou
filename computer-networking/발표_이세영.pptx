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5AACB-0E53-4354-AFF5-F5215255C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D0D133-6593-4792-BD81-840219956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98139E-6DBE-4E3A-9AB8-3B1A9E26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E156-C062-4A18-8F2F-80ECADB7CE51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86C06-6996-4755-BD7C-E01F5DE3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025059-DAE7-490B-BE37-85AAD2BB4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F9B-8E5E-41A8-B9BA-138FEF84F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638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0A221-08BC-4208-B061-47BC13E6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660215-7795-4E9A-9A70-A184CE2F9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EC5283-FBA6-4AF0-80B7-3A63760BD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E156-C062-4A18-8F2F-80ECADB7CE51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8BACB5-2394-4162-AEAB-A76D0A91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6DE52B-1A61-4A09-B219-79BE7ADD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F9B-8E5E-41A8-B9BA-138FEF84F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89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E2AED-68B2-4DBB-96EE-B9AF047D6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AE2BED-D3EA-479A-B8D1-B31F13DF2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22249A-FEF0-41B1-A5B7-D1F436BB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E156-C062-4A18-8F2F-80ECADB7CE51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EE2FF9-FC8A-4459-AE25-3246C3D8F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BD85E7-1E28-4AB4-988B-E515B9D9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F9B-8E5E-41A8-B9BA-138FEF84F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019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58F2F1-FBEC-43D0-9121-43DC90F5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BC2D91-4C3B-4ED0-A067-4CBFC7DCE6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4F78EE-F816-43F2-9D07-23ACBAC29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F82845-0E4B-4C45-B753-DC8C41EB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E156-C062-4A18-8F2F-80ECADB7CE51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51F2D5-3974-4E07-B62B-C38F408F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7BD39F-DFC1-4DF6-9AA2-751AB7A82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F9B-8E5E-41A8-B9BA-138FEF84F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43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A6C1C-59DB-4CB8-8975-339E5B26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D0CCC8-C9FB-4E52-9B09-60BF3E7AE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D0D2B4-DC44-4B7A-A6A2-67DB88BAF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8F2E74-B364-4A3A-9FBE-E2E3C8F49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8DE9D2-CE1F-4B07-9F01-635DABF87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395671-D70D-4230-BEE9-B5F37CC38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E156-C062-4A18-8F2F-80ECADB7CE51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3210C5-0EB9-4F7D-BB7D-5529C187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A9D98C-AF96-416C-B89C-D6E3FBC9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F9B-8E5E-41A8-B9BA-138FEF84F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933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A0055-3A63-450B-94A4-E69CBEBB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DE65C4-6551-4198-A412-2D0EEEACA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E156-C062-4A18-8F2F-80ECADB7CE51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8692D7-1668-4426-8216-2529CCCBA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39E532-F3EA-40EC-B917-C0240CAD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F9B-8E5E-41A8-B9BA-138FEF84F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773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D8B425-6D7D-48CB-A8A7-D74128A2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E156-C062-4A18-8F2F-80ECADB7CE51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B2DACF-E9BE-43FA-B5ED-61EAAD9C8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2A2AD5-F5D5-495D-BEA8-B95F394A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F9B-8E5E-41A8-B9BA-138FEF84F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566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EBE7A-2669-4147-9A54-96CBA7EF5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E0B3-BE38-4805-8513-B3791054B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A97172-2C43-4D96-B3A5-0948F8659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976D59-830B-4391-A9D2-0A2A68B7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E156-C062-4A18-8F2F-80ECADB7CE51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79C6C-CC39-4CA3-B459-8E00D4C6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1021C2-3012-4291-875A-018DC36AF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F9B-8E5E-41A8-B9BA-138FEF84F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912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E98A9-3CA0-4588-8CB0-6FE25076F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709735-945F-4889-BE2E-7BDF26C0D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579EF8-905B-4547-9F6B-B995742F0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1A5612-47EF-4854-AF8E-A341EC4E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E156-C062-4A18-8F2F-80ECADB7CE51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BE2178-6FF5-4EF8-944D-A9A69726D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892327-42EB-4AB4-A1D7-AF4A10402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F9B-8E5E-41A8-B9BA-138FEF84F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14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C203B-E027-42C5-9828-90B21D7FF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F13517-5477-49D0-A9B9-3B9422E78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79794D-6626-4517-8436-C90F5E4D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E156-C062-4A18-8F2F-80ECADB7CE51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BDF0BD-D935-4D0C-99A9-D1815738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35F4A6-448F-4455-8DAD-54752DDD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F9B-8E5E-41A8-B9BA-138FEF84F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87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2A1E94-5CE7-498E-9681-5C8EA2C69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5011CA-AF74-45DD-96E5-E163644D4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FC6CB-0D2B-40F5-AAA6-BF4250CB8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DE156-C062-4A18-8F2F-80ECADB7CE51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4A5E1A-C72F-41B7-AA0E-FB88244BB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BC9697-8E88-47EB-AB76-85111091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F9B-8E5E-41A8-B9BA-138FEF84F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191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DB9316-FCE2-47D1-A20E-21BDF6E82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9B72DA-2D05-41B3-BCD9-9C4C877DF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133B0D-432B-4B72-B76D-09375318B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DE156-C062-4A18-8F2F-80ECADB7CE51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CC9932-E8D4-421E-810D-C50CF46E7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8AF3F4-315F-46DE-BBDD-4E9CB287F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59F9B-8E5E-41A8-B9BA-138FEF84F8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439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ACA1B-0311-499E-97B9-A56597B383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234C90-12CA-4FCD-85FD-001A398E94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686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B2CBDB1-FBF6-43BB-BF6B-53F70CFC6F13}"/>
              </a:ext>
            </a:extLst>
          </p:cNvPr>
          <p:cNvSpPr/>
          <p:nvPr/>
        </p:nvSpPr>
        <p:spPr>
          <a:xfrm>
            <a:off x="931545" y="5936361"/>
            <a:ext cx="950976" cy="411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Host 1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B25DB08-E8FC-4F69-A43F-95838CB843CF}"/>
              </a:ext>
            </a:extLst>
          </p:cNvPr>
          <p:cNvSpPr/>
          <p:nvPr/>
        </p:nvSpPr>
        <p:spPr>
          <a:xfrm>
            <a:off x="2138553" y="5936361"/>
            <a:ext cx="950976" cy="411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Host 2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67E4C4D-606D-40F0-88FD-B7CE3F6C5104}"/>
              </a:ext>
            </a:extLst>
          </p:cNvPr>
          <p:cNvSpPr/>
          <p:nvPr/>
        </p:nvSpPr>
        <p:spPr>
          <a:xfrm>
            <a:off x="5793105" y="5936361"/>
            <a:ext cx="950976" cy="411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Host 3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B5FC2F5-1056-4F30-9D26-4B938D72819B}"/>
              </a:ext>
            </a:extLst>
          </p:cNvPr>
          <p:cNvSpPr/>
          <p:nvPr/>
        </p:nvSpPr>
        <p:spPr>
          <a:xfrm>
            <a:off x="7024497" y="5936361"/>
            <a:ext cx="950976" cy="411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Host 4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66F7366-4F52-42C6-BAB6-B95A7B13A4C4}"/>
              </a:ext>
            </a:extLst>
          </p:cNvPr>
          <p:cNvSpPr/>
          <p:nvPr/>
        </p:nvSpPr>
        <p:spPr>
          <a:xfrm>
            <a:off x="931545" y="4775073"/>
            <a:ext cx="2157984" cy="41148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P4 edge switch 1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721A71E-BD34-4E1D-81C8-32D6281BB99E}"/>
              </a:ext>
            </a:extLst>
          </p:cNvPr>
          <p:cNvSpPr/>
          <p:nvPr/>
        </p:nvSpPr>
        <p:spPr>
          <a:xfrm>
            <a:off x="5817489" y="4775073"/>
            <a:ext cx="2157984" cy="41148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P4 edge switch 2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F207529-4DAD-48E4-BAF5-A0343F1D929C}"/>
              </a:ext>
            </a:extLst>
          </p:cNvPr>
          <p:cNvSpPr/>
          <p:nvPr/>
        </p:nvSpPr>
        <p:spPr>
          <a:xfrm>
            <a:off x="3374517" y="4125850"/>
            <a:ext cx="2157984" cy="4114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P4 core switch</a:t>
            </a:r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9F9A870-69CF-4F05-BCD1-3727EB68CB3C}"/>
              </a:ext>
            </a:extLst>
          </p:cNvPr>
          <p:cNvSpPr/>
          <p:nvPr/>
        </p:nvSpPr>
        <p:spPr>
          <a:xfrm>
            <a:off x="3368168" y="2836545"/>
            <a:ext cx="2157984" cy="95097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외부 네트워크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8DABCFA-6C75-4BE5-8152-844EF03FA995}"/>
              </a:ext>
            </a:extLst>
          </p:cNvPr>
          <p:cNvSpPr/>
          <p:nvPr/>
        </p:nvSpPr>
        <p:spPr>
          <a:xfrm>
            <a:off x="3374517" y="1387221"/>
            <a:ext cx="2157984" cy="95097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공격자 호스트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2AC3149-EBB2-47D6-B820-22F7FBDF0F07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 flipH="1">
            <a:off x="4447160" y="2338197"/>
            <a:ext cx="6349" cy="498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AFC74DE6-3BFD-44B8-A19F-08CF95A0BBB2}"/>
              </a:ext>
            </a:extLst>
          </p:cNvPr>
          <p:cNvCxnSpPr>
            <a:stCxn id="9" idx="2"/>
            <a:endCxn id="4" idx="0"/>
          </p:cNvCxnSpPr>
          <p:nvPr/>
        </p:nvCxnSpPr>
        <p:spPr>
          <a:xfrm rot="5400000">
            <a:off x="1333881" y="5259705"/>
            <a:ext cx="749808" cy="60350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80B653B5-C265-469E-A903-5BFE58375B18}"/>
              </a:ext>
            </a:extLst>
          </p:cNvPr>
          <p:cNvCxnSpPr>
            <a:stCxn id="9" idx="2"/>
            <a:endCxn id="5" idx="0"/>
          </p:cNvCxnSpPr>
          <p:nvPr/>
        </p:nvCxnSpPr>
        <p:spPr>
          <a:xfrm rot="16200000" flipH="1">
            <a:off x="1937385" y="5259705"/>
            <a:ext cx="749808" cy="60350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CDF875CF-0860-431A-8994-84B90E90AFDF}"/>
              </a:ext>
            </a:extLst>
          </p:cNvPr>
          <p:cNvCxnSpPr>
            <a:stCxn id="10" idx="2"/>
            <a:endCxn id="6" idx="0"/>
          </p:cNvCxnSpPr>
          <p:nvPr/>
        </p:nvCxnSpPr>
        <p:spPr>
          <a:xfrm rot="5400000">
            <a:off x="6207633" y="5247513"/>
            <a:ext cx="749808" cy="62788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2E2CC89C-182E-4798-8E49-7F49D5BBA12E}"/>
              </a:ext>
            </a:extLst>
          </p:cNvPr>
          <p:cNvCxnSpPr>
            <a:stCxn id="10" idx="2"/>
            <a:endCxn id="7" idx="0"/>
          </p:cNvCxnSpPr>
          <p:nvPr/>
        </p:nvCxnSpPr>
        <p:spPr>
          <a:xfrm rot="16200000" flipH="1">
            <a:off x="6823329" y="5259705"/>
            <a:ext cx="749808" cy="60350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2F9CCE1-D107-417C-8CD4-2B4547EB47DC}"/>
              </a:ext>
            </a:extLst>
          </p:cNvPr>
          <p:cNvSpPr txBox="1"/>
          <p:nvPr/>
        </p:nvSpPr>
        <p:spPr>
          <a:xfrm>
            <a:off x="2290074" y="3920109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eth0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C8EDC8-0D0D-4680-89C7-D361C3C7E9C6}"/>
              </a:ext>
            </a:extLst>
          </p:cNvPr>
          <p:cNvSpPr txBox="1"/>
          <p:nvPr/>
        </p:nvSpPr>
        <p:spPr>
          <a:xfrm>
            <a:off x="5838708" y="3962257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eth1</a:t>
            </a:r>
            <a:endParaRPr lang="ko-KR" altLang="en-US" dirty="0"/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56BBCD57-C1A8-4BA0-B072-C569AD0C25D7}"/>
              </a:ext>
            </a:extLst>
          </p:cNvPr>
          <p:cNvCxnSpPr>
            <a:stCxn id="11" idx="1"/>
            <a:endCxn id="9" idx="0"/>
          </p:cNvCxnSpPr>
          <p:nvPr/>
        </p:nvCxnSpPr>
        <p:spPr>
          <a:xfrm rot="10800000" flipV="1">
            <a:off x="2010537" y="4331589"/>
            <a:ext cx="1363980" cy="44348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F379E9DA-F915-4DB3-91A3-7F9A6D8F00FE}"/>
              </a:ext>
            </a:extLst>
          </p:cNvPr>
          <p:cNvCxnSpPr>
            <a:stCxn id="11" idx="3"/>
            <a:endCxn id="10" idx="0"/>
          </p:cNvCxnSpPr>
          <p:nvPr/>
        </p:nvCxnSpPr>
        <p:spPr>
          <a:xfrm>
            <a:off x="5532501" y="4331590"/>
            <a:ext cx="1363980" cy="44348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1A1969DE-5795-4465-A327-C475614D2A7C}"/>
              </a:ext>
            </a:extLst>
          </p:cNvPr>
          <p:cNvCxnSpPr>
            <a:stCxn id="12" idx="2"/>
            <a:endCxn id="11" idx="0"/>
          </p:cNvCxnSpPr>
          <p:nvPr/>
        </p:nvCxnSpPr>
        <p:spPr>
          <a:xfrm>
            <a:off x="4447160" y="3787521"/>
            <a:ext cx="6349" cy="338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5AE7146F-D288-40FF-9CA5-3E20CFE3E6B8}"/>
              </a:ext>
            </a:extLst>
          </p:cNvPr>
          <p:cNvSpPr/>
          <p:nvPr/>
        </p:nvSpPr>
        <p:spPr>
          <a:xfrm>
            <a:off x="6582537" y="2836545"/>
            <a:ext cx="2221992" cy="95097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SDN controller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3F2A79BA-F88E-4277-9A71-8AB3BF0A343F}"/>
              </a:ext>
            </a:extLst>
          </p:cNvPr>
          <p:cNvCxnSpPr>
            <a:stCxn id="47" idx="1"/>
            <a:endCxn id="11" idx="3"/>
          </p:cNvCxnSpPr>
          <p:nvPr/>
        </p:nvCxnSpPr>
        <p:spPr>
          <a:xfrm rot="10800000" flipV="1">
            <a:off x="5532501" y="3312032"/>
            <a:ext cx="1050036" cy="1019557"/>
          </a:xfrm>
          <a:prstGeom prst="bentConnector3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72ECFD15-CB7A-4C8D-B74B-973CAA1A1B3D}"/>
              </a:ext>
            </a:extLst>
          </p:cNvPr>
          <p:cNvCxnSpPr>
            <a:cxnSpLocks/>
            <a:stCxn id="47" idx="2"/>
            <a:endCxn id="10" idx="0"/>
          </p:cNvCxnSpPr>
          <p:nvPr/>
        </p:nvCxnSpPr>
        <p:spPr>
          <a:xfrm rot="5400000">
            <a:off x="6801231" y="3882771"/>
            <a:ext cx="987552" cy="797052"/>
          </a:xfrm>
          <a:prstGeom prst="bentConnector3">
            <a:avLst>
              <a:gd name="adj1" fmla="val 82793"/>
            </a:avLst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968D0E61-94C5-4A58-89E5-854CEC897E38}"/>
              </a:ext>
            </a:extLst>
          </p:cNvPr>
          <p:cNvCxnSpPr>
            <a:cxnSpLocks/>
            <a:stCxn id="47" idx="2"/>
            <a:endCxn id="9" idx="0"/>
          </p:cNvCxnSpPr>
          <p:nvPr/>
        </p:nvCxnSpPr>
        <p:spPr>
          <a:xfrm rot="5400000">
            <a:off x="4358259" y="1439799"/>
            <a:ext cx="987552" cy="5682996"/>
          </a:xfrm>
          <a:prstGeom prst="bentConnector3">
            <a:avLst>
              <a:gd name="adj1" fmla="val 81829"/>
            </a:avLst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49F34C8-4A99-4002-B8B1-0CD92C178F76}"/>
              </a:ext>
            </a:extLst>
          </p:cNvPr>
          <p:cNvCxnSpPr/>
          <p:nvPr/>
        </p:nvCxnSpPr>
        <p:spPr>
          <a:xfrm>
            <a:off x="8961839" y="4817220"/>
            <a:ext cx="950976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FCF7970-18C9-46EA-A7E3-7A6EB5205E29}"/>
              </a:ext>
            </a:extLst>
          </p:cNvPr>
          <p:cNvSpPr txBox="1"/>
          <p:nvPr/>
        </p:nvSpPr>
        <p:spPr>
          <a:xfrm>
            <a:off x="10043455" y="463255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컨트롤 채널</a:t>
            </a:r>
          </a:p>
        </p:txBody>
      </p:sp>
    </p:spTree>
    <p:extLst>
      <p:ext uri="{BB962C8B-B14F-4D97-AF65-F5344CB8AC3E}">
        <p14:creationId xmlns:p14="http://schemas.microsoft.com/office/powerpoint/2010/main" val="1770162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29</Words>
  <Application>Microsoft Office PowerPoint</Application>
  <PresentationFormat>와이드스크린</PresentationFormat>
  <Paragraphs>13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이세영</dc:creator>
  <cp:lastModifiedBy>이세영</cp:lastModifiedBy>
  <cp:revision>4</cp:revision>
  <dcterms:created xsi:type="dcterms:W3CDTF">2026-04-10T02:07:39Z</dcterms:created>
  <dcterms:modified xsi:type="dcterms:W3CDTF">2026-04-10T03:53:52Z</dcterms:modified>
</cp:coreProperties>
</file>