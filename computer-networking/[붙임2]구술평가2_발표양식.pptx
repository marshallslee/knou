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120" r:id="rId3"/>
    <p:sldId id="2128" r:id="rId4"/>
    <p:sldId id="2129" r:id="rId5"/>
    <p:sldId id="2133" r:id="rId6"/>
    <p:sldId id="2132" r:id="rId7"/>
    <p:sldId id="2127" r:id="rId8"/>
  </p:sldIdLst>
  <p:sldSz cx="12192000" cy="6858000"/>
  <p:notesSz cx="7099300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50D2E"/>
    <a:srgbClr val="0000FF"/>
    <a:srgbClr val="0C8373"/>
    <a:srgbClr val="302F2D"/>
    <a:srgbClr val="DAD4CC"/>
    <a:srgbClr val="0C3631"/>
    <a:srgbClr val="015698"/>
    <a:srgbClr val="DBD2C5"/>
    <a:srgbClr val="E7E3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48" autoAdjust="0"/>
    <p:restoredTop sz="96186" autoAdjust="0"/>
  </p:normalViewPr>
  <p:slideViewPr>
    <p:cSldViewPr snapToGrid="0">
      <p:cViewPr varScale="1">
        <p:scale>
          <a:sx n="108" d="100"/>
          <a:sy n="108" d="100"/>
        </p:scale>
        <p:origin x="96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10426"/>
    </p:cViewPr>
  </p:sorterViewPr>
  <p:notesViewPr>
    <p:cSldViewPr snapToGrid="0">
      <p:cViewPr varScale="1">
        <p:scale>
          <a:sx n="84" d="100"/>
          <a:sy n="84" d="100"/>
        </p:scale>
        <p:origin x="3200" y="8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642DD3D-02FF-4154-B2F0-C045B21EE251}" type="slidenum">
              <a:rPr lang="ko-KR" altLang="en-US" smtClean="0">
                <a:latin typeface="KoPubWorld돋움체 Medium" panose="00000600000000000000" pitchFamily="2" charset="-127"/>
                <a:ea typeface="KoPubWorld돋움체 Medium" panose="00000600000000000000" pitchFamily="2" charset="-127"/>
              </a:rPr>
              <a:t>‹#›</a:t>
            </a:fld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55674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D401854C-1CAE-4FA1-A79A-52C43E536A1D}" type="datetimeFigureOut">
              <a:rPr lang="ko-KR" altLang="en-US" smtClean="0"/>
              <a:pPr/>
              <a:t>2026-03-30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>
                <a:latin typeface="KoPubWorld돋움체 Medium" panose="00000600000000000000" pitchFamily="2" charset="-127"/>
                <a:ea typeface="KoPubWorld돋움체 Medium" panose="00000600000000000000" pitchFamily="2" charset="-127"/>
              </a:defRPr>
            </a:lvl1pPr>
          </a:lstStyle>
          <a:p>
            <a:fld id="{BCDC297A-9D4A-4CA8-8EAE-8B01114F380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0646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World돋움체 Medium" panose="00000600000000000000" pitchFamily="2" charset="-127"/>
        <a:ea typeface="KoPubWorld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C297A-9D4A-4CA8-8EAE-8B01114F380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9116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2064755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5197572"/>
            <a:ext cx="9144000" cy="839333"/>
          </a:xfrm>
        </p:spPr>
        <p:txBody>
          <a:bodyPr/>
          <a:lstStyle>
            <a:lvl1pPr marL="0" indent="0" algn="ctr">
              <a:buNone/>
              <a:defRPr sz="24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직사각형 3"/>
          <p:cNvSpPr/>
          <p:nvPr userDrawn="1"/>
        </p:nvSpPr>
        <p:spPr>
          <a:xfrm>
            <a:off x="0" y="6456823"/>
            <a:ext cx="12192000" cy="3059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551323"/>
            <a:ext cx="12192000" cy="437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grpSp>
        <p:nvGrpSpPr>
          <p:cNvPr id="7" name="그룹">
            <a:extLst>
              <a:ext uri="{FF2B5EF4-FFF2-40B4-BE49-F238E27FC236}">
                <a16:creationId xmlns:a16="http://schemas.microsoft.com/office/drawing/2014/main" id="{94BA55AC-F981-08A8-BE1A-541E768BCE5A}"/>
              </a:ext>
            </a:extLst>
          </p:cNvPr>
          <p:cNvGrpSpPr/>
          <p:nvPr userDrawn="1"/>
        </p:nvGrpSpPr>
        <p:grpSpPr>
          <a:xfrm flipV="1">
            <a:off x="-1" y="4828519"/>
            <a:ext cx="12192001" cy="135730"/>
            <a:chOff x="0" y="2"/>
            <a:chExt cx="24383208" cy="180213"/>
          </a:xfrm>
        </p:grpSpPr>
        <p:sp>
          <p:nvSpPr>
            <p:cNvPr id="8" name="직사각형">
              <a:extLst>
                <a:ext uri="{FF2B5EF4-FFF2-40B4-BE49-F238E27FC236}">
                  <a16:creationId xmlns:a16="http://schemas.microsoft.com/office/drawing/2014/main" id="{27CAEC9B-4382-C572-2406-C96F9B2987B3}"/>
                </a:ext>
              </a:extLst>
            </p:cNvPr>
            <p:cNvSpPr/>
            <p:nvPr/>
          </p:nvSpPr>
          <p:spPr>
            <a:xfrm>
              <a:off x="0" y="5"/>
              <a:ext cx="22706861" cy="180210"/>
            </a:xfrm>
            <a:prstGeom prst="rect">
              <a:avLst/>
            </a:prstGeom>
            <a:solidFill>
              <a:srgbClr val="D4C6B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>
                <a:latin typeface="KoPubWorld돋움체 Medium" panose="00000600000000000000" pitchFamily="2" charset="-127"/>
              </a:endParaRPr>
            </a:p>
          </p:txBody>
        </p:sp>
        <p:sp>
          <p:nvSpPr>
            <p:cNvPr id="10" name="직사각형">
              <a:extLst>
                <a:ext uri="{FF2B5EF4-FFF2-40B4-BE49-F238E27FC236}">
                  <a16:creationId xmlns:a16="http://schemas.microsoft.com/office/drawing/2014/main" id="{E7F3BEB5-5138-8486-55FD-07AB5DEE2E17}"/>
                </a:ext>
              </a:extLst>
            </p:cNvPr>
            <p:cNvSpPr/>
            <p:nvPr/>
          </p:nvSpPr>
          <p:spPr>
            <a:xfrm>
              <a:off x="22706861" y="2"/>
              <a:ext cx="1676347" cy="180211"/>
            </a:xfrm>
            <a:prstGeom prst="rect">
              <a:avLst/>
            </a:prstGeom>
            <a:solidFill>
              <a:srgbClr val="8F002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>
                <a:latin typeface="KoPubWorld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6656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중간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2523-747B-4735-9942-0DFBA197DB8A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7" name="그룹">
            <a:extLst>
              <a:ext uri="{FF2B5EF4-FFF2-40B4-BE49-F238E27FC236}">
                <a16:creationId xmlns:a16="http://schemas.microsoft.com/office/drawing/2014/main" id="{2B40F77B-427D-F192-E056-A8565D16476B}"/>
              </a:ext>
            </a:extLst>
          </p:cNvPr>
          <p:cNvGrpSpPr/>
          <p:nvPr userDrawn="1"/>
        </p:nvGrpSpPr>
        <p:grpSpPr>
          <a:xfrm flipV="1">
            <a:off x="0" y="4558251"/>
            <a:ext cx="12173196" cy="135730"/>
            <a:chOff x="0" y="2"/>
            <a:chExt cx="24383208" cy="180213"/>
          </a:xfrm>
        </p:grpSpPr>
        <p:sp>
          <p:nvSpPr>
            <p:cNvPr id="8" name="직사각형">
              <a:extLst>
                <a:ext uri="{FF2B5EF4-FFF2-40B4-BE49-F238E27FC236}">
                  <a16:creationId xmlns:a16="http://schemas.microsoft.com/office/drawing/2014/main" id="{AA5F1A57-CC3B-2E54-1489-DCC5DF555C93}"/>
                </a:ext>
              </a:extLst>
            </p:cNvPr>
            <p:cNvSpPr/>
            <p:nvPr/>
          </p:nvSpPr>
          <p:spPr>
            <a:xfrm>
              <a:off x="0" y="5"/>
              <a:ext cx="22706861" cy="180210"/>
            </a:xfrm>
            <a:prstGeom prst="rect">
              <a:avLst/>
            </a:prstGeom>
            <a:solidFill>
              <a:srgbClr val="D4C6B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>
                <a:latin typeface="KoPubWorld돋움체 Medium" panose="00000600000000000000" pitchFamily="2" charset="-127"/>
              </a:endParaRPr>
            </a:p>
          </p:txBody>
        </p:sp>
        <p:sp>
          <p:nvSpPr>
            <p:cNvPr id="9" name="직사각형">
              <a:extLst>
                <a:ext uri="{FF2B5EF4-FFF2-40B4-BE49-F238E27FC236}">
                  <a16:creationId xmlns:a16="http://schemas.microsoft.com/office/drawing/2014/main" id="{70450837-2516-32D1-3DE6-0702656F5DAD}"/>
                </a:ext>
              </a:extLst>
            </p:cNvPr>
            <p:cNvSpPr/>
            <p:nvPr/>
          </p:nvSpPr>
          <p:spPr>
            <a:xfrm>
              <a:off x="22706861" y="2"/>
              <a:ext cx="1676347" cy="180211"/>
            </a:xfrm>
            <a:prstGeom prst="rect">
              <a:avLst/>
            </a:prstGeom>
            <a:solidFill>
              <a:srgbClr val="8F002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>
                <a:latin typeface="KoPubWorld돋움체 Medium" panose="00000600000000000000" pitchFamily="2" charset="-127"/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7BE99DD-28ED-28B8-B296-C00E1F00E578}"/>
              </a:ext>
            </a:extLst>
          </p:cNvPr>
          <p:cNvSpPr/>
          <p:nvPr userDrawn="1"/>
        </p:nvSpPr>
        <p:spPr>
          <a:xfrm>
            <a:off x="0" y="551323"/>
            <a:ext cx="12192000" cy="4377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2062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3260" y="66943"/>
            <a:ext cx="11283883" cy="620526"/>
          </a:xfrm>
        </p:spPr>
        <p:txBody>
          <a:bodyPr>
            <a:normAutofit/>
          </a:bodyPr>
          <a:lstStyle>
            <a:lvl1pPr algn="l">
              <a:defRPr sz="280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53259" y="918254"/>
            <a:ext cx="11882739" cy="573447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buClr>
                <a:schemeClr val="tx1">
                  <a:lumMod val="50000"/>
                  <a:lumOff val="50000"/>
                </a:schemeClr>
              </a:buCl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1460019" y="160550"/>
            <a:ext cx="624444" cy="365125"/>
          </a:xfrm>
        </p:spPr>
        <p:txBody>
          <a:bodyPr/>
          <a:lstStyle/>
          <a:p>
            <a:fld id="{9D782523-747B-4735-9942-0DFBA197DB8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7466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84BAF4-1C30-4A77-83DC-8F9E232E0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BE069-F6FE-46E9-AE68-50F45A6C13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40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321D22C-7E61-A5B0-5C58-3B19D14CE9E4}"/>
              </a:ext>
            </a:extLst>
          </p:cNvPr>
          <p:cNvSpPr/>
          <p:nvPr userDrawn="1"/>
        </p:nvSpPr>
        <p:spPr>
          <a:xfrm>
            <a:off x="0" y="335902"/>
            <a:ext cx="12192000" cy="755780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3745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460019" y="123226"/>
            <a:ext cx="6244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defRPr>
            </a:lvl1pPr>
          </a:lstStyle>
          <a:p>
            <a:fld id="{9D782523-747B-4735-9942-0DFBA197DB8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136565" y="658233"/>
            <a:ext cx="11881263" cy="0"/>
          </a:xfrm>
          <a:prstGeom prst="line">
            <a:avLst/>
          </a:prstGeom>
          <a:ln w="38100">
            <a:solidFill>
              <a:srgbClr val="950D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그룹">
            <a:extLst>
              <a:ext uri="{FF2B5EF4-FFF2-40B4-BE49-F238E27FC236}">
                <a16:creationId xmlns:a16="http://schemas.microsoft.com/office/drawing/2014/main" id="{754C7F90-8030-F689-3500-08507AC32B28}"/>
              </a:ext>
            </a:extLst>
          </p:cNvPr>
          <p:cNvGrpSpPr/>
          <p:nvPr userDrawn="1"/>
        </p:nvGrpSpPr>
        <p:grpSpPr>
          <a:xfrm flipV="1">
            <a:off x="0" y="620740"/>
            <a:ext cx="12173196" cy="135730"/>
            <a:chOff x="0" y="2"/>
            <a:chExt cx="24383208" cy="180213"/>
          </a:xfrm>
        </p:grpSpPr>
        <p:sp>
          <p:nvSpPr>
            <p:cNvPr id="12" name="직사각형">
              <a:extLst>
                <a:ext uri="{FF2B5EF4-FFF2-40B4-BE49-F238E27FC236}">
                  <a16:creationId xmlns:a16="http://schemas.microsoft.com/office/drawing/2014/main" id="{800767C0-B34A-977B-CC3B-F39CE4526FDD}"/>
                </a:ext>
              </a:extLst>
            </p:cNvPr>
            <p:cNvSpPr/>
            <p:nvPr/>
          </p:nvSpPr>
          <p:spPr>
            <a:xfrm>
              <a:off x="0" y="5"/>
              <a:ext cx="22706861" cy="180210"/>
            </a:xfrm>
            <a:prstGeom prst="rect">
              <a:avLst/>
            </a:prstGeom>
            <a:solidFill>
              <a:srgbClr val="D4C6B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>
                <a:latin typeface="KoPubWorld돋움체 Medium" panose="00000600000000000000" pitchFamily="2" charset="-127"/>
              </a:endParaRPr>
            </a:p>
          </p:txBody>
        </p:sp>
        <p:sp>
          <p:nvSpPr>
            <p:cNvPr id="13" name="직사각형">
              <a:extLst>
                <a:ext uri="{FF2B5EF4-FFF2-40B4-BE49-F238E27FC236}">
                  <a16:creationId xmlns:a16="http://schemas.microsoft.com/office/drawing/2014/main" id="{E3B9ED9A-00C3-B22F-FD06-E07C0FF5DBBC}"/>
                </a:ext>
              </a:extLst>
            </p:cNvPr>
            <p:cNvSpPr/>
            <p:nvPr/>
          </p:nvSpPr>
          <p:spPr>
            <a:xfrm>
              <a:off x="22706861" y="2"/>
              <a:ext cx="1676347" cy="180211"/>
            </a:xfrm>
            <a:prstGeom prst="rect">
              <a:avLst/>
            </a:prstGeom>
            <a:solidFill>
              <a:srgbClr val="8F002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dirty="0">
                <a:latin typeface="KoPubWorld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627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6" r:id="rId4"/>
    <p:sldLayoutId id="2147483657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Clr>
          <a:srgbClr val="950D2E"/>
        </a:buClr>
        <a:buFont typeface="Wingdings" panose="05000000000000000000" pitchFamily="2" charset="2"/>
        <a:buChar char="v"/>
        <a:defRPr sz="2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1pPr>
      <a:lvl2pPr marL="539750" indent="-180975" algn="l" defTabSz="914400" rtl="0" eaLnBrk="1" latinLnBrk="1" hangingPunct="1">
        <a:lnSpc>
          <a:spcPct val="90000"/>
        </a:lnSpc>
        <a:spcBef>
          <a:spcPts val="500"/>
        </a:spcBef>
        <a:buClr>
          <a:srgbClr val="950D2E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2pPr>
      <a:lvl3pPr marL="987425" indent="-180975" algn="l" defTabSz="914400" rtl="0" eaLnBrk="1" latinLnBrk="1" hangingPunct="1">
        <a:lnSpc>
          <a:spcPct val="90000"/>
        </a:lnSpc>
        <a:spcBef>
          <a:spcPts val="500"/>
        </a:spcBef>
        <a:buClr>
          <a:srgbClr val="950D2E"/>
        </a:buClr>
        <a:buFontTx/>
        <a:buChar char="–"/>
        <a:defRPr sz="20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Clr>
          <a:schemeClr val="accent6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Clr>
          <a:schemeClr val="accent6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KoPubWorld돋움체 Medium" panose="00000600000000000000" pitchFamily="2" charset="-127"/>
          <a:ea typeface="KoPubWorld돋움체 Medium" panose="00000600000000000000" pitchFamily="2" charset="-127"/>
          <a:cs typeface="KoPubWorld돋움체 Medium" panose="00000600000000000000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78BC442-7829-4D1E-2A90-7E4ADA9C4CC6}"/>
              </a:ext>
            </a:extLst>
          </p:cNvPr>
          <p:cNvSpPr txBox="1">
            <a:spLocks/>
          </p:cNvSpPr>
          <p:nvPr/>
        </p:nvSpPr>
        <p:spPr>
          <a:xfrm>
            <a:off x="89807" y="5226176"/>
            <a:ext cx="12009663" cy="13270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4000" b="1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202600000000</a:t>
            </a:r>
            <a:r>
              <a:rPr lang="ko-KR" altLang="en-US" sz="4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 </a:t>
            </a:r>
            <a:r>
              <a:rPr lang="en-US" altLang="ko-KR" sz="4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OOOO</a:t>
            </a:r>
            <a:r>
              <a:rPr lang="ko-KR" altLang="en-US" sz="40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학과 홍길동</a:t>
            </a:r>
          </a:p>
        </p:txBody>
      </p:sp>
      <p:sp>
        <p:nvSpPr>
          <p:cNvPr id="4" name="AutoShape 2" descr="Raspberry Pi - 나무위키">
            <a:extLst>
              <a:ext uri="{FF2B5EF4-FFF2-40B4-BE49-F238E27FC236}">
                <a16:creationId xmlns:a16="http://schemas.microsoft.com/office/drawing/2014/main" id="{E6E7D633-E242-89D2-919D-B135E230D6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3BB0257-65DB-4E4B-1586-1A43D95F5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29257"/>
            <a:ext cx="12192000" cy="2873829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ko-KR" altLang="en-US" sz="5400" b="1" dirty="0"/>
              <a:t>논문 제목</a:t>
            </a:r>
          </a:p>
        </p:txBody>
      </p:sp>
    </p:spTree>
    <p:extLst>
      <p:ext uri="{BB962C8B-B14F-4D97-AF65-F5344CB8AC3E}">
        <p14:creationId xmlns:p14="http://schemas.microsoft.com/office/powerpoint/2010/main" val="3637689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5D43A-C36E-F3AF-BC80-E808BE08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1. </a:t>
            </a:r>
            <a:r>
              <a:rPr lang="ko-KR" altLang="en-US" b="1" dirty="0"/>
              <a:t>연구 주제의 선정 동기 및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6BC16B-EAA7-3DDA-941C-1A63DBBF3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내용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내용</a:t>
            </a:r>
            <a:r>
              <a:rPr lang="en-US" altLang="ko-KR" dirty="0"/>
              <a:t>1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내용</a:t>
            </a:r>
            <a:r>
              <a:rPr lang="en-US" altLang="ko-KR" dirty="0"/>
              <a:t>2</a:t>
            </a:r>
          </a:p>
          <a:p>
            <a:pPr lvl="1"/>
            <a:r>
              <a:rPr lang="ko-KR" altLang="en-US" dirty="0"/>
              <a:t>내용</a:t>
            </a:r>
            <a:r>
              <a:rPr lang="en-US" altLang="ko-KR" dirty="0"/>
              <a:t>2 </a:t>
            </a:r>
          </a:p>
          <a:p>
            <a:pPr marL="358775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4D5A0-5D45-3D02-B245-7EDE8115A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2523-747B-4735-9942-0DFBA197DB8A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3420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5D43A-C36E-F3AF-BC80-E808BE08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2. </a:t>
            </a:r>
            <a:r>
              <a:rPr lang="ko-KR" altLang="en-US" b="1" dirty="0"/>
              <a:t>연구의 목적 및 필요성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6BC16B-EAA7-3DDA-941C-1A63DBBF3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내용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내용</a:t>
            </a:r>
            <a:r>
              <a:rPr lang="en-US" altLang="ko-KR" dirty="0"/>
              <a:t>1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내용</a:t>
            </a:r>
            <a:r>
              <a:rPr lang="en-US" altLang="ko-KR" dirty="0"/>
              <a:t>2</a:t>
            </a:r>
          </a:p>
          <a:p>
            <a:pPr lvl="1"/>
            <a:r>
              <a:rPr lang="ko-KR" altLang="en-US" dirty="0"/>
              <a:t>내용</a:t>
            </a:r>
            <a:r>
              <a:rPr lang="en-US" altLang="ko-KR" dirty="0"/>
              <a:t>2 </a:t>
            </a:r>
          </a:p>
          <a:p>
            <a:pPr marL="358775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4D5A0-5D45-3D02-B245-7EDE8115A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2523-747B-4735-9942-0DFBA197DB8A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00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5D43A-C36E-F3AF-BC80-E808BE08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3. </a:t>
            </a:r>
            <a:r>
              <a:rPr lang="ko-KR" altLang="en-US" b="1" dirty="0"/>
              <a:t>관련 연구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6BC16B-EAA7-3DDA-941C-1A63DBBF3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내용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내용</a:t>
            </a:r>
            <a:r>
              <a:rPr lang="en-US" altLang="ko-KR" dirty="0"/>
              <a:t>1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내용</a:t>
            </a:r>
            <a:r>
              <a:rPr lang="en-US" altLang="ko-KR" dirty="0"/>
              <a:t>2</a:t>
            </a:r>
          </a:p>
          <a:p>
            <a:pPr lvl="1"/>
            <a:r>
              <a:rPr lang="ko-KR" altLang="en-US" dirty="0"/>
              <a:t>내용</a:t>
            </a:r>
            <a:r>
              <a:rPr lang="en-US" altLang="ko-KR" dirty="0"/>
              <a:t>2 </a:t>
            </a:r>
          </a:p>
          <a:p>
            <a:pPr marL="358775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24D5A0-5D45-3D02-B245-7EDE8115A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2523-747B-4735-9942-0DFBA197DB8A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21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9086A-CED1-196C-2ABD-CCABB4DB0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94529A-02BA-17A6-75C3-DF573D265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4. </a:t>
            </a:r>
            <a:r>
              <a:rPr lang="ko-KR" altLang="en-US" b="1" dirty="0"/>
              <a:t>연구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13F01E-383E-1A95-4B39-70926CB76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내용</a:t>
            </a:r>
            <a:r>
              <a:rPr lang="en-US" altLang="ko-KR" dirty="0"/>
              <a:t>1</a:t>
            </a:r>
          </a:p>
          <a:p>
            <a:pPr lvl="1"/>
            <a:r>
              <a:rPr lang="ko-KR" altLang="en-US" dirty="0"/>
              <a:t>내용</a:t>
            </a:r>
            <a:r>
              <a:rPr lang="en-US" altLang="ko-KR" dirty="0"/>
              <a:t>1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/>
              <a:t>내용</a:t>
            </a:r>
            <a:r>
              <a:rPr lang="en-US" altLang="ko-KR" dirty="0"/>
              <a:t>2</a:t>
            </a:r>
          </a:p>
          <a:p>
            <a:pPr lvl="1"/>
            <a:r>
              <a:rPr lang="ko-KR" altLang="en-US" dirty="0"/>
              <a:t>내용</a:t>
            </a:r>
            <a:r>
              <a:rPr lang="en-US" altLang="ko-KR" dirty="0"/>
              <a:t>2 </a:t>
            </a:r>
          </a:p>
          <a:p>
            <a:pPr marL="358775" lvl="1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6E3C62-CF92-4C68-2D5D-80492BBF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2523-747B-4735-9942-0DFBA197DB8A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14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EDB49F-CB71-06FB-8000-45449A095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5. </a:t>
            </a:r>
            <a:r>
              <a:rPr lang="ko-KR" altLang="en-US" b="1" dirty="0"/>
              <a:t>결론 및 제언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4D18A7-3B4F-E580-E888-BCA05ECE6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97B59F-A43C-9C97-5898-18DEBAD9A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82523-747B-4735-9942-0DFBA197DB8A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420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83D6B157-56E2-7581-0956-C28DB14FB9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7200" dirty="0"/>
              <a:t>Q&amp;A</a:t>
            </a:r>
            <a:endParaRPr lang="ko-KR" altLang="en-US" sz="7200" dirty="0"/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23D46AE1-E333-546C-6E37-8A25A1C7F0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감사합니다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165BDA-F540-A503-4C0C-99767B079D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68113" y="160338"/>
            <a:ext cx="623887" cy="365125"/>
          </a:xfrm>
        </p:spPr>
        <p:txBody>
          <a:bodyPr/>
          <a:lstStyle/>
          <a:p>
            <a:fld id="{9D782523-747B-4735-9942-0DFBA197DB8A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3938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57150"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14756</TotalTime>
  <Words>84</Words>
  <Application>Microsoft Office PowerPoint</Application>
  <PresentationFormat>와이드스크린</PresentationFormat>
  <Paragraphs>36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KoPubWorld돋움체 Medium</vt:lpstr>
      <vt:lpstr>Arial</vt:lpstr>
      <vt:lpstr>Wingdings</vt:lpstr>
      <vt:lpstr>Office 테마</vt:lpstr>
      <vt:lpstr>논문 제목</vt:lpstr>
      <vt:lpstr>1. 연구 주제의 선정 동기 및 배경</vt:lpstr>
      <vt:lpstr>2. 연구의 목적 및 필요성</vt:lpstr>
      <vt:lpstr>3. 관련 연구</vt:lpstr>
      <vt:lpstr>4. 연구 결과</vt:lpstr>
      <vt:lpstr>5. 결론 및 제언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김용천</cp:lastModifiedBy>
  <cp:revision>468</cp:revision>
  <cp:lastPrinted>2023-07-22T03:05:35Z</cp:lastPrinted>
  <dcterms:created xsi:type="dcterms:W3CDTF">2023-05-30T07:13:49Z</dcterms:created>
  <dcterms:modified xsi:type="dcterms:W3CDTF">2026-03-30T04:51:00Z</dcterms:modified>
</cp:coreProperties>
</file>